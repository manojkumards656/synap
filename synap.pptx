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 D" userId="5ba1833dc5a23186" providerId="LiveId" clId="{53EC4756-AFF8-4FAF-89DD-21ADCA2A7A47}"/>
    <pc:docChg chg="undo custSel modSld">
      <pc:chgData name="Manoj kumar D" userId="5ba1833dc5a23186" providerId="LiveId" clId="{53EC4756-AFF8-4FAF-89DD-21ADCA2A7A47}" dt="2026-09-03T19:01:14.779" v="141" actId="20577"/>
      <pc:docMkLst>
        <pc:docMk/>
      </pc:docMkLst>
      <pc:sldChg chg="delSp modSp mod">
        <pc:chgData name="Manoj kumar D" userId="5ba1833dc5a23186" providerId="LiveId" clId="{53EC4756-AFF8-4FAF-89DD-21ADCA2A7A47}" dt="2026-09-03T19:00:39.454" v="52" actId="1076"/>
        <pc:sldMkLst>
          <pc:docMk/>
          <pc:sldMk cId="0" sldId="256"/>
        </pc:sldMkLst>
        <pc:spChg chg="del">
          <ac:chgData name="Manoj kumar D" userId="5ba1833dc5a23186" providerId="LiveId" clId="{53EC4756-AFF8-4FAF-89DD-21ADCA2A7A47}" dt="2026-09-03T19:00:28.267" v="5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9:00:32.622" v="5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9:00:39.454" v="52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Manoj kumar D" userId="5ba1833dc5a23186" providerId="LiveId" clId="{53EC4756-AFF8-4FAF-89DD-21ADCA2A7A47}" dt="2026-09-03T18:58:28.813" v="2" actId="14100"/>
        <pc:sldMkLst>
          <pc:docMk/>
          <pc:sldMk cId="0" sldId="257"/>
        </pc:sldMkLst>
        <pc:spChg chg="mod">
          <ac:chgData name="Manoj kumar D" userId="5ba1833dc5a23186" providerId="LiveId" clId="{53EC4756-AFF8-4FAF-89DD-21ADCA2A7A47}" dt="2026-09-03T18:58:21.044" v="1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8:58:28.813" v="2" actId="14100"/>
          <ac:spMkLst>
            <pc:docMk/>
            <pc:sldMk cId="0" sldId="257"/>
            <ac:spMk id="10" creationId="{00000000-0000-0000-0000-000000000000}"/>
          </ac:spMkLst>
        </pc:spChg>
      </pc:sldChg>
      <pc:sldChg chg="modSp mod">
        <pc:chgData name="Manoj kumar D" userId="5ba1833dc5a23186" providerId="LiveId" clId="{53EC4756-AFF8-4FAF-89DD-21ADCA2A7A47}" dt="2026-09-03T18:58:44.406" v="3" actId="20577"/>
        <pc:sldMkLst>
          <pc:docMk/>
          <pc:sldMk cId="0" sldId="258"/>
        </pc:sldMkLst>
        <pc:spChg chg="mod">
          <ac:chgData name="Manoj kumar D" userId="5ba1833dc5a23186" providerId="LiveId" clId="{53EC4756-AFF8-4FAF-89DD-21ADCA2A7A47}" dt="2026-09-03T18:58:44.406" v="3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Manoj kumar D" userId="5ba1833dc5a23186" providerId="LiveId" clId="{53EC4756-AFF8-4FAF-89DD-21ADCA2A7A47}" dt="2026-09-03T18:59:42.544" v="38" actId="20577"/>
        <pc:sldMkLst>
          <pc:docMk/>
          <pc:sldMk cId="0" sldId="260"/>
        </pc:sldMkLst>
        <pc:spChg chg="mod">
          <ac:chgData name="Manoj kumar D" userId="5ba1833dc5a23186" providerId="LiveId" clId="{53EC4756-AFF8-4FAF-89DD-21ADCA2A7A47}" dt="2026-09-03T18:59:25.735" v="36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8:59:33.991" v="37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8:59:42.544" v="38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Manoj kumar D" userId="5ba1833dc5a23186" providerId="LiveId" clId="{53EC4756-AFF8-4FAF-89DD-21ADCA2A7A47}" dt="2026-09-03T19:01:14.779" v="141" actId="20577"/>
        <pc:sldMkLst>
          <pc:docMk/>
          <pc:sldMk cId="0" sldId="261"/>
        </pc:sldMkLst>
        <pc:spChg chg="mod">
          <ac:chgData name="Manoj kumar D" userId="5ba1833dc5a23186" providerId="LiveId" clId="{53EC4756-AFF8-4FAF-89DD-21ADCA2A7A47}" dt="2026-09-03T19:01:14.779" v="141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9:01:04.731" v="57" actId="20577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Manoj kumar D" userId="5ba1833dc5a23186" providerId="LiveId" clId="{53EC4756-AFF8-4FAF-89DD-21ADCA2A7A47}" dt="2026-09-03T18:59:54.715" v="41" actId="20577"/>
        <pc:sldMkLst>
          <pc:docMk/>
          <pc:sldMk cId="0" sldId="262"/>
        </pc:sldMkLst>
        <pc:spChg chg="mod">
          <ac:chgData name="Manoj kumar D" userId="5ba1833dc5a23186" providerId="LiveId" clId="{53EC4756-AFF8-4FAF-89DD-21ADCA2A7A47}" dt="2026-09-03T18:59:54.715" v="41" actId="20577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Manoj kumar D" userId="5ba1833dc5a23186" providerId="LiveId" clId="{53EC4756-AFF8-4FAF-89DD-21ADCA2A7A47}" dt="2026-09-03T19:00:20.021" v="49" actId="20577"/>
        <pc:sldMkLst>
          <pc:docMk/>
          <pc:sldMk cId="0" sldId="263"/>
        </pc:sldMkLst>
        <pc:spChg chg="mod">
          <ac:chgData name="Manoj kumar D" userId="5ba1833dc5a23186" providerId="LiveId" clId="{53EC4756-AFF8-4FAF-89DD-21ADCA2A7A47}" dt="2026-09-03T19:00:11.528" v="47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noj kumar D" userId="5ba1833dc5a23186" providerId="LiveId" clId="{53EC4756-AFF8-4FAF-89DD-21ADCA2A7A47}" dt="2026-09-03T19:00:20.021" v="49" actId="20577"/>
          <ac:spMkLst>
            <pc:docMk/>
            <pc:sldMk cId="0" sldId="263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0F172A"/>
                </a:solidFill>
                <a:latin typeface="Arial"/>
              </a:defRPr>
            </a:pPr>
            <a:r>
              <a:rPr dirty="0"/>
              <a:t>SYNAP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Arial"/>
              </a:defRPr>
            </a:pPr>
            <a:r>
              <a:rPr dirty="0"/>
              <a:t>Stopping Digital Arrest &amp; Phone Call APP Scams in Real Time</a:t>
            </a:r>
            <a:br>
              <a:rPr dirty="0"/>
            </a:br>
            <a:r>
              <a:rPr dirty="0"/>
              <a:t>via On-Device Behavioral Biometrics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4155"/>
                </a:solidFill>
                <a:latin typeface="Arial"/>
              </a:defRPr>
            </a:pPr>
            <a:r>
              <a:t>Digital banking scams have evolved: criminals no longer steal passwords. They coerce victims over live phone calls into voluntarily transferring their life savings. Traditional 2FA sees zero anomalies.</a:t>
            </a:r>
            <a:br/>
            <a:br/>
            <a:r>
              <a:t>Synap decodes the physical signs of cognitive duress in how users touch the screen in &lt;0.5ms without recording raw text, passwords, or audio — pausing coerced transfers in a 15-minute protective escrow 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5029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⚡ FULL WORKING PROTOTYPE BUILT: Complete Android App + Working Debug APK + Sub-Millisecond Engine Tested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THE REAL-WORLD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The Rapid Surge of 'Digital Arrest' &amp; Phone Coercion Scams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Why existing multi-factor authentication (OTP, FaceID, Passwords) completely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4883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THE SCAM WEAPON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Fear &amp; Fake Authority</a:t>
            </a:r>
          </a:p>
          <a:p>
            <a:br/>
            <a:r>
              <a:t>• Criminals pose as CBI, Police, Customs, or RBI fraud officers.</a:t>
            </a:r>
            <a:br/>
            <a:br/>
            <a:r>
              <a:t>• Victims are told they face immediate 'Digital Arrest' or bank asset seizure.</a:t>
            </a:r>
            <a:br/>
            <a:br/>
            <a:r>
              <a:t>• They are ordered to keep the phone call active and immediately move funds to a 'safe verification account'.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2918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14883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rPr dirty="0"/>
              <a:t>THE SECURITY BLIND SPOT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Why 2FA &amp; </a:t>
            </a:r>
            <a:r>
              <a:rPr dirty="0" err="1"/>
              <a:t>FaceID</a:t>
            </a:r>
            <a:r>
              <a:rPr dirty="0"/>
              <a:t> Fail</a:t>
            </a:r>
          </a:p>
          <a:p>
            <a:br>
              <a:rPr dirty="0"/>
            </a:br>
            <a:r>
              <a:rPr dirty="0"/>
              <a:t>• The victim opens their genuine banking app on their genuine phone.</a:t>
            </a:r>
            <a:br>
              <a:rPr dirty="0"/>
            </a:br>
            <a:br>
              <a:rPr dirty="0"/>
            </a:br>
            <a:r>
              <a:rPr dirty="0"/>
              <a:t>• They enter their own UPI PIN or pass </a:t>
            </a:r>
            <a:r>
              <a:rPr dirty="0" err="1"/>
              <a:t>FaceID</a:t>
            </a:r>
            <a:r>
              <a:rPr dirty="0"/>
              <a:t> voluntarily.</a:t>
            </a:r>
            <a:br>
              <a:rPr dirty="0"/>
            </a:br>
            <a:br>
              <a:rPr dirty="0"/>
            </a:br>
            <a:r>
              <a:rPr dirty="0"/>
              <a:t>• Standard banking filters see a recognized phone, valid IP, and correct password — clearing the transfer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8"/>
            <a:ext cx="3291840" cy="485546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148839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THE FINANCIAL TRAGEDY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Seniors Lose Everything</a:t>
            </a:r>
          </a:p>
          <a:p>
            <a:br/>
            <a:r>
              <a:t>• Retirees and non-tech-savvy users lose entire life savings in under 10 minutes.</a:t>
            </a:r>
            <a:br/>
            <a:br/>
            <a:r>
              <a:t>• Over ₹4,000+ Crores lost to Indian digital scams in 2024–2025.</a:t>
            </a:r>
            <a:br/>
            <a:br/>
            <a:r>
              <a:t>• Global regulators (UK PSR, RBI guidelines) are holding banks liable for failure to prevent social engineering fraud.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THE CORE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Don't Check WHO is Typing. Check HOW They Are Typing.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 criminal can force someone to enter a password, but they cannot forge calm human physiology.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0749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526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t>TRADITIONAL FRAUD SECURITY (STATIC)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Checks Credentials — Blind to Coercion</a:t>
            </a:r>
          </a:p>
          <a:p>
            <a:br/>
            <a:r>
              <a:t>1. Device Check: 'Is this the registered Android phone?' ➔ YES</a:t>
            </a:r>
            <a:br/>
            <a:r>
              <a:t>2. Biometric Check: 'Does the thumbprint match?' ➔ YES</a:t>
            </a:r>
            <a:br/>
            <a:r>
              <a:t>3. Authentication Check: 'Is the UPI PIN correct?' ➔ YES</a:t>
            </a:r>
            <a:br/>
            <a:br/>
            <a:r>
              <a:t>❌ The Fatal Blindspot: The banking app has zero awareness that a criminal is on a live phone call screaming threats into the user's 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0749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52628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/>
              <a:t>SYNAP INTELLIGENCE (BEHAVIORAL PHYSICS)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rPr dirty="0"/>
              <a:t>Decodes Panic — Catches Coercion Live</a:t>
            </a:r>
          </a:p>
          <a:p>
            <a:r>
              <a:rPr dirty="0"/>
              <a:t>1. Microsecond Flight Time: Measures gaps between finger taps</a:t>
            </a:r>
            <a:br>
              <a:rPr dirty="0"/>
            </a:br>
            <a:r>
              <a:rPr dirty="0"/>
              <a:t>2. Dictation Hesitation: Detects 2-3s pauses while listening</a:t>
            </a:r>
            <a:br>
              <a:rPr dirty="0"/>
            </a:br>
            <a:r>
              <a:rPr dirty="0"/>
              <a:t>3. Panic Bursts: Flags rapid-fire taps following phone orders</a:t>
            </a:r>
            <a:br>
              <a:rPr dirty="0"/>
            </a:br>
            <a:r>
              <a:rPr dirty="0"/>
              <a:t>4. Trajectory Curvature: Measures motor wavering and tremor</a:t>
            </a:r>
            <a:br>
              <a:rPr dirty="0"/>
            </a:br>
            <a:r>
              <a:rPr dirty="0"/>
              <a:t>5. Telephony Check: Confirms active phone call during payment</a:t>
            </a:r>
            <a:br>
              <a:rPr dirty="0"/>
            </a:br>
            <a:br>
              <a:rPr dirty="0"/>
            </a:br>
            <a:r>
              <a:rPr dirty="0"/>
              <a:t>✅ The Result: Intercepts the payment before money leaves the bank.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THE TECHNICAL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How Synap Calculates the Cognitive Duress Index (CDI)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Pure mathematical computation in under 0.5 milliseconds on-device. 100% Zero PII.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2918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39111"/>
            <a:ext cx="29260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01 • Flight Time Variance (20%)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Rhythm Consistency: Normal typing is steady. Dictated users pause 2-3s to listen to the caller, then rush, causing massive statistical variance.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2918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039111"/>
            <a:ext cx="29260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02 • Key Dwell Std Dev (15%)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Motor Tremor Check: Stressed victims press and linger unevenly on glass due to adrenaline and motor tremor, causing high standard deviation.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2918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2039111"/>
            <a:ext cx="29260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03 • Curvature Entropy (15%)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Trajectory Smoothness: Shannon entropy over 8 angular bins of consecutive taps. Chaotic zigzag movements indicate high motor duress.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67327"/>
            <a:ext cx="32918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19"/>
            <a:ext cx="29260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04 • Hesitation Ratio (20%)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Dictation Listening Delay: Tracks the percentage of inter-key pauses exceeding 2.0 seconds while the victim awaits the next dictated digits.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767327"/>
            <a:ext cx="32918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3931919"/>
            <a:ext cx="29260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05 • Panic Burst Ratio (10%)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Frantic Rush Entry: Measures frantic key taps occurring in &lt;120 milliseconds as the victim scrambles to comply with urgent caller demands.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767327"/>
            <a:ext cx="329184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3931919"/>
            <a:ext cx="2926080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06 • Telephony Status (20%)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Active Phone Call Multiplier: Android TelephonyManager verifies whether an active voice call is occurring simultaneously during payment authorization.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715000"/>
            <a:ext cx="10515600" cy="5943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🔒 PRIVACY-BY-DESIGN (ZERO PII): Synap logs ZERO characters, text, passwords, or microphone audio. It only measures tap timestamps and (x, y) coordinates. Fully compliant with RBI Guidelines &amp; GDPR Article 6(1)(f).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HUMAN-FIRST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Designed to Protect Everyday Citizens and Senior Citizens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 familiar Google Pay interface with powerful, accessible safeguards.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3464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/>
              <a:t>THE PSYCHOLOGICAL SHIELD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rPr dirty="0"/>
              <a:t>15-Minute Safety Hold</a:t>
            </a:r>
            <a:endParaRPr lang="en-US" dirty="0"/>
          </a:p>
          <a:p>
            <a:br>
              <a:rPr lang="en-US" dirty="0"/>
            </a:br>
            <a:r>
              <a:rPr lang="en-US" dirty="0"/>
              <a:t>• Scammers rely entirely on artificial panic and urgent deadlines.</a:t>
            </a:r>
          </a:p>
          <a:p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Synap</a:t>
            </a:r>
            <a:r>
              <a:rPr lang="en-US" dirty="0"/>
              <a:t> automatically triggers a mandatory 15-minute cooling-off period on flagged transfers.</a:t>
            </a:r>
            <a:br>
              <a:rPr lang="en-US" dirty="0"/>
            </a:b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rPr dirty="0"/>
              <a:t>SENIOR-FRIENDLY ACCESSIBILITY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rPr dirty="0"/>
              <a:t>Clear, Large &amp; Spoken</a:t>
            </a:r>
          </a:p>
          <a:p>
            <a:br>
              <a:rPr dirty="0"/>
            </a:br>
            <a:r>
              <a:rPr dirty="0"/>
              <a:t>• Extra-large 64dp keypad buttons designed for elderly users with tremors or visual fatigue.</a:t>
            </a:r>
            <a:br>
              <a:rPr dirty="0"/>
            </a:br>
            <a:br>
              <a:rPr dirty="0"/>
            </a:br>
            <a:r>
              <a:rPr dirty="0"/>
              <a:t>• Reassuring Banner: 'Do not worry — your money has NOT left your bank account'.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834640" cy="361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rPr dirty="0"/>
              <a:t>ZERO HASSLE RECOVERY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rPr dirty="0"/>
              <a:t>1-Tap Protection &amp; Help</a:t>
            </a:r>
          </a:p>
          <a:p>
            <a:br>
              <a:rPr dirty="0"/>
            </a:br>
            <a:r>
              <a:rPr dirty="0"/>
              <a:t>• Prominent Single-Tap Action: 'Cancel Transfer &amp; Keep My Money Safe' immediately restores account balance.</a:t>
            </a:r>
            <a:br>
              <a:rPr dirty="0"/>
            </a:br>
            <a:br>
              <a:rPr dirty="0"/>
            </a:br>
            <a:r>
              <a:rPr dirty="0"/>
              <a:t>• Zero Annoyance: Never locks innocent users out with complex puzzles or password reset delays.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Dual-Interface Architecture: Consumer Simplicity + Enterprise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Built for real commercial deployment across banking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0749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262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dirty="0"/>
              <a:t>FRONTEND: CONSUMER BANKING (GPAY STYLE)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rPr dirty="0"/>
              <a:t>Effortless, Familiar Payment Flow</a:t>
            </a:r>
          </a:p>
          <a:p>
            <a:br>
              <a:rPr dirty="0"/>
            </a:br>
            <a:r>
              <a:rPr dirty="0"/>
              <a:t>• Custom In-App Keypad: Intercepts raw </a:t>
            </a:r>
            <a:r>
              <a:rPr dirty="0" err="1"/>
              <a:t>PointerDown</a:t>
            </a:r>
            <a:r>
              <a:rPr dirty="0"/>
              <a:t>/Up events with microsecond timestamps.</a:t>
            </a:r>
            <a:br>
              <a:rPr dirty="0"/>
            </a:br>
            <a:br>
              <a:rPr dirty="0"/>
            </a:br>
            <a:r>
              <a:rPr dirty="0"/>
              <a:t>• Discreet Duress Feedback: Semicircular animated gauge transitions from Green (Safe) to Red (Critical).</a:t>
            </a:r>
            <a:br>
              <a:rPr dirty="0"/>
            </a:br>
            <a:br>
              <a:rPr dirty="0"/>
            </a:br>
            <a:r>
              <a:rPr dirty="0"/>
              <a:t>• Instant UPI Settlement: Normal everyday payments complete in &lt;1 second without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0749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52628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rPr dirty="0"/>
              <a:t>BACKEND: BANK SOC FRAUD OPERATIONS CONSOLE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rPr dirty="0"/>
              <a:t>Real-Time Telemetry &amp; Auditability</a:t>
            </a:r>
            <a:endParaRPr lang="en-IN" dirty="0"/>
          </a:p>
          <a:p>
            <a:br>
              <a:rPr lang="en-IN" dirty="0"/>
            </a:br>
            <a:br>
              <a:rPr lang="en-IN" dirty="0"/>
            </a:br>
            <a:r>
              <a:rPr lang="en-IN" dirty="0"/>
              <a:t>• Live Telemetry Stream: Tracks signal variance, curvature entropy, and sample counts in real time.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Interactive Testing Sandbox: Integrated buttons to simulate calm users vs active coercion during evaluation.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• Regulatory Compliance Trail: Creates cryptographically verifiable audit logs for statutory reimbursement </a:t>
            </a:r>
            <a:r>
              <a:rPr lang="en-IN" dirty="0" err="1"/>
              <a:t>defense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VALIDATION &amp; WORKING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Verified On-Device: Calm User vs Coerced Victim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Tested on Android with our compiled production-ready debug APK.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0749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26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SCENARIO A: NORMAL EVERYDAY PAYMENT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CDI &lt; 0.30 ➔ Instant Settlement</a:t>
            </a:r>
          </a:p>
          <a:p>
            <a:br/>
            <a:r>
              <a:t>• Conditions: Phone call is IDLE. User types calmly.</a:t>
            </a:r>
            <a:br/>
            <a:br/>
            <a:r>
              <a:t>• Biometric Signals: Consistent flight cadence (~250ms), low dwell variance, smooth finger curvature.</a:t>
            </a:r>
            <a:br/>
            <a:br/>
            <a:r>
              <a:t>• Engine Execution: Latency is &lt;0.5ms.</a:t>
            </a:r>
            <a:br/>
            <a:br/>
            <a:r>
              <a:t>• Result: Authorize Transfer immediately completes with green success screen. Zero delay.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07492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2103120"/>
            <a:ext cx="452628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rPr dirty="0"/>
              <a:t>SCENARIO B: ACTIVE PHONE CALL COERCION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rPr dirty="0"/>
              <a:t>CDI &gt; 0.75 ➔ 15-Min Escrow Lock</a:t>
            </a:r>
          </a:p>
          <a:p>
            <a:br>
              <a:rPr dirty="0"/>
            </a:br>
            <a:r>
              <a:rPr dirty="0"/>
              <a:t>• Conditions: Phone call is ACTIVE (telephony detected).</a:t>
            </a:r>
            <a:br>
              <a:rPr dirty="0"/>
            </a:br>
            <a:br>
              <a:rPr dirty="0"/>
            </a:br>
            <a:r>
              <a:rPr dirty="0"/>
              <a:t>• Biometric Signals: 3s hesitation pauses while listening to dictation + frantic rapid-fire key bursts + erratic tremors.</a:t>
            </a:r>
            <a:br>
              <a:rPr dirty="0"/>
            </a:br>
            <a:br>
              <a:rPr dirty="0"/>
            </a:br>
            <a:r>
              <a:rPr dirty="0"/>
              <a:t>• Result: Transfer is BLOCKED. 15-minute protective escrow hold appears with ticking timer. Funds saved!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IMPACT &amp; SELECTION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Why Synap Wins: High Feasibility, Huge Market &amp; Clear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 working solution addressing an urgent regulatory mandate.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REGULATORY TAILWIND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Direct Bank Liability</a:t>
            </a:r>
          </a:p>
          <a:p>
            <a:br/>
            <a:r>
              <a:t>• Global regulations (UK PSR £85k mandatory reimbursement rule, EU PSD3, RBI directives) hold banks financially liable for APP fraud losses.</a:t>
            </a:r>
            <a:br/>
            <a:br/>
            <a:r>
              <a:t>• Synap provides an automated defense shield that directly protects bank balance sheets from multi-crore claims.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34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rPr dirty="0"/>
              <a:t>BUSINESS MODEL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B2B Lightweight SDK</a:t>
            </a:r>
          </a:p>
          <a:p>
            <a:br>
              <a:rPr dirty="0"/>
            </a:br>
            <a:r>
              <a:rPr dirty="0"/>
              <a:t>• Packaged as a drop-in Flutter / Native SDK for digital banking &amp; UPI apps (</a:t>
            </a:r>
            <a:r>
              <a:rPr dirty="0" err="1"/>
              <a:t>GPay</a:t>
            </a:r>
            <a:r>
              <a:rPr dirty="0"/>
              <a:t>, PhonePe, SBI Yono, HDFC).</a:t>
            </a:r>
            <a:br>
              <a:rPr dirty="0"/>
            </a:br>
            <a:br>
              <a:rPr dirty="0"/>
            </a:br>
            <a:r>
              <a:rPr dirty="0"/>
              <a:t>• Zero infrastructure cost: 100% of mathematical computation happens on-device with sub-millisecond execution.</a:t>
            </a:r>
            <a:br>
              <a:rPr dirty="0"/>
            </a:b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046720" y="1874519"/>
            <a:ext cx="32918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83464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</a:defRPr>
            </a:pPr>
            <a:r>
              <a:rPr dirty="0"/>
              <a:t>HACKATHON CRITERIA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rPr dirty="0"/>
              <a:t>Why We Deserve Round 1</a:t>
            </a:r>
            <a:br>
              <a:rPr dirty="0"/>
            </a:br>
            <a:br>
              <a:rPr dirty="0"/>
            </a:br>
            <a:r>
              <a:rPr dirty="0"/>
              <a:t>✅ Real social impact: Protects senior citizens from life-destroying scams.</a:t>
            </a:r>
            <a:br>
              <a:rPr dirty="0"/>
            </a:br>
            <a:br>
              <a:rPr dirty="0"/>
            </a:br>
            <a:r>
              <a:rPr dirty="0"/>
              <a:t>✅ Zero privacy trade-offs: Genuine mathematical physics with zero PII.</a:t>
            </a:r>
            <a:br>
              <a:rPr dirty="0"/>
            </a:br>
            <a:br>
              <a:rPr dirty="0"/>
            </a:br>
            <a:r>
              <a:rPr dirty="0"/>
              <a:t>✅ Live demo ready for Round 2 stage.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1404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Manoj kumar D</cp:lastModifiedBy>
  <cp:revision>1</cp:revision>
  <dcterms:created xsi:type="dcterms:W3CDTF">2013-01-27T09:14:16Z</dcterms:created>
  <dcterms:modified xsi:type="dcterms:W3CDTF">2026-09-03T19:01:17Z</dcterms:modified>
  <cp:category/>
</cp:coreProperties>
</file>